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121" d="100"/>
          <a:sy n="121" d="100"/>
        </p:scale>
        <p:origin x="8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병욱" userId="81adc8d7-1f93-4d95-bc0c-afae8663c228" providerId="ADAL" clId="{4D98C6DD-5731-4D1F-860A-D806FC6A6774}"/>
    <pc:docChg chg="custSel addSld modSld">
      <pc:chgData name="최병욱" userId="81adc8d7-1f93-4d95-bc0c-afae8663c228" providerId="ADAL" clId="{4D98C6DD-5731-4D1F-860A-D806FC6A6774}" dt="2026-09-03T05:02:07.452" v="3" actId="1440"/>
      <pc:docMkLst>
        <pc:docMk/>
      </pc:docMkLst>
      <pc:sldChg chg="addSp delSp modSp new mod">
        <pc:chgData name="최병욱" userId="81adc8d7-1f93-4d95-bc0c-afae8663c228" providerId="ADAL" clId="{4D98C6DD-5731-4D1F-860A-D806FC6A6774}" dt="2026-09-03T05:02:07.452" v="3" actId="1440"/>
        <pc:sldMkLst>
          <pc:docMk/>
          <pc:sldMk cId="1522185359" sldId="308"/>
        </pc:sldMkLst>
        <pc:spChg chg="del">
          <ac:chgData name="최병욱" userId="81adc8d7-1f93-4d95-bc0c-afae8663c228" providerId="ADAL" clId="{4D98C6DD-5731-4D1F-860A-D806FC6A6774}" dt="2026-09-03T05:01:26.942" v="1" actId="478"/>
          <ac:spMkLst>
            <pc:docMk/>
            <pc:sldMk cId="1522185359" sldId="308"/>
            <ac:spMk id="2" creationId="{53392F8C-6912-1395-E2F9-77A76A4F746D}"/>
          </ac:spMkLst>
        </pc:spChg>
        <pc:spChg chg="del">
          <ac:chgData name="최병욱" userId="81adc8d7-1f93-4d95-bc0c-afae8663c228" providerId="ADAL" clId="{4D98C6DD-5731-4D1F-860A-D806FC6A6774}" dt="2026-09-03T05:01:26.942" v="1" actId="478"/>
          <ac:spMkLst>
            <pc:docMk/>
            <pc:sldMk cId="1522185359" sldId="308"/>
            <ac:spMk id="3" creationId="{F94C2529-66F3-3F8D-68D9-58A4BA4A4564}"/>
          </ac:spMkLst>
        </pc:spChg>
        <pc:picChg chg="add mod">
          <ac:chgData name="최병욱" userId="81adc8d7-1f93-4d95-bc0c-afae8663c228" providerId="ADAL" clId="{4D98C6DD-5731-4D1F-860A-D806FC6A6774}" dt="2026-09-03T05:02:07.452" v="3" actId="1440"/>
          <ac:picMkLst>
            <pc:docMk/>
            <pc:sldMk cId="1522185359" sldId="308"/>
            <ac:picMk id="5" creationId="{919EA54D-659D-685C-AB4B-542C1D369B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16B5C-CC41-58F6-33BC-35A06CC2D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D082CF-B674-CF36-EF77-E8D911535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EAE23-6AD0-15FF-CF06-98BCC2CE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A99B35-87C0-42B2-AD44-935F2384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B40B5-410A-CDF3-E9D4-57ADC419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000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306D9-97FC-B81B-EA9C-58DF0D88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2EEF09-270A-754D-F52E-400C466CC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039DAC-8DF6-7C5E-D031-171D1F4C8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47CA8-612A-11E6-93C7-FAD8DFDBE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C61CF0-CCDC-578F-195F-080A44ADE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53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CE717-7464-6692-4703-692BD610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D22418-5240-8FE6-733D-F18E3F04D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63D86-5F52-708D-AE97-97B750797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C2B8EC-F5C0-43DB-B6F3-3A5138A9C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DA587E-7477-CA8D-C5DA-3570F340F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76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0DF61-4589-8689-542E-610FC11DF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5D36-3318-739D-6A94-F06B46D7B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CD12D-2C72-8F91-478A-417917EF1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B7937E-7680-4C88-1B16-AB36E67A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45E833-E20F-059F-29B4-D3FDD64B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43B1A9-8E59-B192-F845-9FD6E2BC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99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3CFC1-AC62-AAD6-63C6-5A1B6BB0E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8C1907-8F77-10F4-85F2-A48AD5FCF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F989AC-E0F2-84B9-730F-0BB962B07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143E12-83A9-3829-B68A-78E5686A5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9CE658-3035-EFBE-6CD3-77F347050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B01D0C-28BB-BDBE-190F-6EF05F75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A99DA2-3C02-EB93-9644-8A3D0C50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F98414-115B-398D-FD65-7441F911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868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9CE7D-E52D-B869-8274-2C8EF47D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C84DB9-5CDB-AE7A-40ED-E715930D4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948D2C-D271-5E68-8E1B-079B6749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EE385-93FE-8E24-2583-71A470DF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961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53DF14-858A-D6A4-AED0-ACA1259C7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84421C-3DF4-C4F3-0702-BCD6B9404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B0CFAC-87F7-8E88-145F-31AA0182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472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75A1C-5DBA-9FA4-C259-60B2F0D3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35A94D-1F61-80B5-B305-27CE1481D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6D4A38-1332-142A-A2B7-1F01482A1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3A802A-F84A-0D8C-BE4A-59A73F77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55FAE5-20FC-061A-9B97-8647F670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F13398-82E0-759E-4365-152CB1A6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63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A3784-A6E5-B419-FC82-593E06FEA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E3F926-A7F6-61E7-0315-CF742E8A2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CED970-91AD-53F2-659B-BE3A0BBB4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56BA6A-ED8F-B229-96B2-3D8DB5EB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A83A2A-4572-36BC-146A-1479CDC5B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E62C47-D24F-73F3-BADA-E03DDED2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690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56EB1-E407-4BF4-849B-42401492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D4C02B-3474-74E1-66D6-111D0BF84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5EE37D-8190-AFCE-2977-797BEDBC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EF5DC-2EEA-CB2C-805E-48C5B608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299186-F4B2-C139-B255-89DEA35C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46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D63EE23-D00D-46E4-7110-1DFF55ABA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2F359-BCFC-3AFC-E779-05058B07E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0C354C-987D-DA52-612E-02E71BA7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6951B4-50AA-8D41-0B59-13A4A64F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4FB963-92CD-E31B-4984-5BBC02CB7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87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F069F8-7585-653C-D10E-0F48A342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A3B4EF-59DB-6318-637F-3ABD70CBC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4C3C5-0C12-F70A-7B8F-0826342C5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541EB-83F1-42F9-A44B-459F2242EAA8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237620-075E-9121-F759-748BF6094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7C91A0-4D2D-30EE-BC8D-9EFF21231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5E97C-F101-4DE8-AF6D-D833EFB3B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39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19EA54D-659D-685C-AB4B-542C1D369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244" y="1447698"/>
            <a:ext cx="6045511" cy="39626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2218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6C3A36B-55C0-03E5-88DC-FF150ECAC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329" y="720586"/>
            <a:ext cx="7601341" cy="5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3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54FB3EC-A611-7E1E-4276-2073E84B6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629" y="730111"/>
            <a:ext cx="7626742" cy="53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7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EF31F-F64A-6A42-E547-214789E6E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F4B57E-6D87-50A6-5AC9-0172D9FD2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82" y="752337"/>
            <a:ext cx="7512436" cy="535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4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63020-12B6-B67D-B26C-301941313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A81B18E-9112-BB5A-8892-AE405BB5E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409" y="834891"/>
            <a:ext cx="7417181" cy="51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0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7ECB-8A40-B28A-F692-8C54FFE4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3F27E6-C5B8-87F2-2FB9-8A1D78E11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753" y="838067"/>
            <a:ext cx="7658494" cy="51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6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80A-8716-0EDE-16AB-4A17EA51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8756E6A-B18D-DA11-8DDC-8D64B7313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771388"/>
            <a:ext cx="7607691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0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5CED-5804-14B3-152F-C4616B68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6D7C6F-686C-82EC-412A-ED8FA8A6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749162"/>
            <a:ext cx="7607691" cy="53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54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34C2-C7FF-41C7-84C1-EAFC0F76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DFD15F-F866-F354-5B2C-223CEA210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358" y="815840"/>
            <a:ext cx="7455283" cy="522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83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8D88-45B1-4BEE-E4A2-FEFA4B1F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F0C6A8-6FBC-D9C9-C0F7-3EE70278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56" y="752337"/>
            <a:ext cx="7531487" cy="535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12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50D34-5837-8EAD-B526-116C9E3E4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DC44137-DEFD-1120-5DBE-E2FE47F5A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139" y="791241"/>
            <a:ext cx="7448933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57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184C-18CF-D884-85B3-5C2677F7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9833EF-DB00-1B42-0643-FEF66F8CB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27" y="733286"/>
            <a:ext cx="770294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384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7EA01-4003-3E8D-1C05-D663413EE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6A39C3-83FD-3BEF-480D-CD75A663B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56" y="809490"/>
            <a:ext cx="7531487" cy="523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085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FB69-CAAA-4BB4-2525-CDC1C9A1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C09FFFA-08E9-F598-12D2-CC1A09B22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629" y="758688"/>
            <a:ext cx="7626742" cy="534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41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3BD4-BBFE-59B4-95FF-56F3A729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54B7471-2012-29D3-8D19-C734F583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126" y="730111"/>
            <a:ext cx="7753748" cy="53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44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BD232-9B20-D6FA-F876-E9FCF3E3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6909F7-75DF-2034-0764-6BE0C173D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950" y="720586"/>
            <a:ext cx="7760099" cy="5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87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2E8D2-9ED4-258B-840F-7FE24F9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1283E5-5B31-C5F3-3FD8-4B9653888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227" y="657082"/>
            <a:ext cx="7677545" cy="554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4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0F1F9-EEC2-28AC-35D7-E4D9FEB8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5121C11-892F-11FB-5425-C2038469E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680" y="730111"/>
            <a:ext cx="7588640" cy="53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04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D9ACB-19BC-D0DC-09CC-3B26AC8B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6FF9AF-9A49-95CD-176E-0471D94AC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001" y="733286"/>
            <a:ext cx="772199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30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7B738-DA82-C8BC-C1B4-9ED31545D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600D6B-979B-CA1E-FCCE-3390F3E2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27" y="692009"/>
            <a:ext cx="7702946" cy="547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E7568-6E9A-5A2D-3A73-D13B1E45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2C3DDA-FCD3-EC75-3304-F5D95C9DD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329" y="787264"/>
            <a:ext cx="7601341" cy="528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86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8E1D1-1F49-57A7-05EC-55606E63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4C1394-082C-70AD-7C9C-C089658A2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04" y="761863"/>
            <a:ext cx="7620392" cy="53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046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96B7-148C-3D06-F3CB-77DB57C0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2C5EFE-65A9-CE56-CD98-35E2F3D7C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56" y="815840"/>
            <a:ext cx="7531487" cy="522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61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7A83B-7C5E-7458-123A-C313F5FC1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EAACD9-04C3-124E-D1ED-EBB09A4A4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103" y="768213"/>
            <a:ext cx="7645793" cy="532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74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C9EC-5524-FA28-3042-91FE0A1EA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47D7C9-394A-1559-BF35-59B41B8FE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833" y="711060"/>
            <a:ext cx="7474334" cy="543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84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9DDA-9870-A1C5-EF34-7D9A2F09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A2366C-7737-D0CF-6FA7-612B5401E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41" y="711060"/>
            <a:ext cx="8141118" cy="543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33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0A30-BABE-3379-11B1-CEBE8A42C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984797F-D68F-8FDA-D999-3FB15612E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27" y="796789"/>
            <a:ext cx="7702946" cy="526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82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F6F4B-3B66-263C-EF32-EEB4EB62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1173EF-F6F8-4876-8F03-BB51D379E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922" y="711060"/>
            <a:ext cx="7906156" cy="543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6956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CE084-F518-6A53-D8D8-68964A33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DF9829-D363-7607-1163-E1F75890B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99" y="768213"/>
            <a:ext cx="7798201" cy="532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39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8B09D-03D2-401A-33C5-4494F66E4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0CA9E0-EDD1-EA9E-7723-2C1726832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02" y="695184"/>
            <a:ext cx="7696596" cy="546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89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015FC-182F-43E4-260C-615B72B67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560C475-7EA1-7724-C20C-2112B258D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723761"/>
            <a:ext cx="7607691" cy="541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74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29E0-3CE3-7E23-5B9A-C340F3E6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6B60FD-755D-B705-0216-327DE7297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855" y="749162"/>
            <a:ext cx="7582290" cy="53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084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A2F94-C897-0C35-B746-7A4613C8C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D8FC15-6097-33F7-B87E-9BCB0701F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052" y="676133"/>
            <a:ext cx="7683895" cy="550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9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4E44-24CE-EF50-1AE5-917360E0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A13FA2-DDE0-DABF-860B-09EF04368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001" y="730111"/>
            <a:ext cx="7721997" cy="53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937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3F2B-BF9C-0562-6DA3-06090F71A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63D5CD-25A9-7923-7A53-FF096AD0D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70" y="701535"/>
            <a:ext cx="7969660" cy="545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313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6FFA-CAD4-4981-6520-A7E48EC56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DE962F-846C-0853-F2F3-754DACBE2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99" y="758688"/>
            <a:ext cx="7798201" cy="534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258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9CB113B-DC6F-CCB5-CC93-D8ED00A47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731" y="720586"/>
            <a:ext cx="7550538" cy="5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75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B3871-D0DE-F4A7-2AE0-C2585C3D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2B7635-799D-2A16-4FC3-83B0DA535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04" y="711060"/>
            <a:ext cx="7620392" cy="543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89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5A4F6-DB2C-AA36-6E86-95D99BF0C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947F9CE-4407-B563-26A9-4C00D1D7F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498" y="752337"/>
            <a:ext cx="7849003" cy="535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83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6B25-2139-1F88-EFED-8CE5290B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667612-204B-FB81-E931-955AB8AA1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78" y="695184"/>
            <a:ext cx="7639443" cy="546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446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C1FE0-76F4-4D22-5FE6-0E13F8F9F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E98E7A-CB10-FAFF-02F9-A50FA4ADC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27" y="758688"/>
            <a:ext cx="7702946" cy="534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66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97153-5C45-D938-60BC-809D6D27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A11E16-24E6-6E66-3092-6C83A1ADE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714235"/>
            <a:ext cx="7607691" cy="542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929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B847-BEFB-4E4A-9831-9FDB9493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AF910C-C4B8-2EC5-E3C4-0BFAC720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578" y="720586"/>
            <a:ext cx="7664844" cy="5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874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9BCC4-3E27-E16B-368A-DFF988A7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B2D55B-4EF5-6120-F851-83913E89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21" y="634856"/>
            <a:ext cx="7931558" cy="558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104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CCB6F-A187-B490-5D49-1AB3023E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C4691F-F522-DF6F-FC71-64EAC676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578" y="701535"/>
            <a:ext cx="7664844" cy="545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450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81F7D-2DBC-46ED-B945-40B7865D7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90811A4-DDA3-94E4-6CB7-D1B35F899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27" y="761863"/>
            <a:ext cx="7702946" cy="53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242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25FA-E09E-1B53-7BA8-56175611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55D827-463F-9E47-4253-7485B44B6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008" y="739637"/>
            <a:ext cx="7467984" cy="537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751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F6DB-1275-BB01-0759-76902D05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9A098C-6DF8-A463-1495-3C16B9252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906" y="695184"/>
            <a:ext cx="7544188" cy="546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347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109D-1299-0718-F845-BD2A42AC6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0918AB-4EB0-804C-8724-AC5A034AF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31" y="733286"/>
            <a:ext cx="752513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82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109E-D461-43B3-CBAE-C9E78F88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7F75F8-1682-CEF9-F7AF-E43FC30A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8" y="733286"/>
            <a:ext cx="7836303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385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2763C-4242-55E9-C234-096CE648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A1CB09-A5BE-CFED-49E8-6229022C7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70" y="685659"/>
            <a:ext cx="7969660" cy="548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085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B8B97-467E-41B6-BB96-EB5662DB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BCE1538-65B7-98A8-FAF1-931222F06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052" y="676133"/>
            <a:ext cx="7683895" cy="550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50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021DD-67DE-C859-C017-EB86003D9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5053EB-5C2B-F9C2-770D-D6A6017D9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746" y="758688"/>
            <a:ext cx="7912507" cy="534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62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Office PowerPoint</Application>
  <PresentationFormat>와이드스크린</PresentationFormat>
  <Paragraphs>0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최병욱</dc:creator>
  <cp:lastModifiedBy>최병욱</cp:lastModifiedBy>
  <cp:revision>1</cp:revision>
  <dcterms:created xsi:type="dcterms:W3CDTF">2026-09-02T05:23:42Z</dcterms:created>
  <dcterms:modified xsi:type="dcterms:W3CDTF">2026-09-03T05:02:11Z</dcterms:modified>
</cp:coreProperties>
</file>